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42" r:id="rId3"/>
    <p:sldId id="344" r:id="rId4"/>
    <p:sldId id="345" r:id="rId5"/>
    <p:sldId id="346" r:id="rId6"/>
    <p:sldId id="347" r:id="rId7"/>
    <p:sldId id="350" r:id="rId8"/>
    <p:sldId id="353" r:id="rId9"/>
    <p:sldId id="354" r:id="rId10"/>
    <p:sldId id="355" r:id="rId11"/>
    <p:sldId id="356" r:id="rId12"/>
    <p:sldId id="357" r:id="rId13"/>
    <p:sldId id="36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A1760-1EA0-43AD-A621-7BEF5E8DF2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B578B3-0688-461C-BB4B-DCA08386AC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60B8D-524E-4FA7-9236-0580B3585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B1491-889C-49BD-9985-139264059937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C7D1C-05C7-45A1-ACBB-9BA1EAEC8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DD7AF-9C3C-4A0D-A183-06684A496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D8AD8-51A5-41A4-ADC6-EE3E4814E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321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45086-FC6C-4FD2-B05C-483EB06CD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8A390-573B-4E14-B480-B5A5267C7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3BF79-2EE1-4CD4-B362-CA4683ECA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B1491-889C-49BD-9985-139264059937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EA99A-6A68-4C0E-B42B-BC1E0F9C9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D9230-D9B2-440C-968F-10A18129F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D8AD8-51A5-41A4-ADC6-EE3E4814E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649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B7491-1A74-4D74-A8BE-F830CC1A5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3A795-2C7D-44C6-83A5-22543398F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072F1-FAC5-4962-82F5-23E60F13C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B1491-889C-49BD-9985-139264059937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84897-C640-4811-A1BA-82E1C160D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3F048-70C6-4C59-9EA2-284D8A4BE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D8AD8-51A5-41A4-ADC6-EE3E4814E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11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C9DF9-09C9-4322-BA4D-D0FA5B59D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26C94-19C2-4C35-9A89-92FE1311DF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E5D776-7545-4321-83D1-53D2E2138A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A9332-F48F-4B16-9744-6EA90B4A7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B1491-889C-49BD-9985-139264059937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02DD33-2468-4722-B93E-9349C1FCB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A37D8-D5C0-4FA0-8024-BEB6AAF04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D8AD8-51A5-41A4-ADC6-EE3E4814E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45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AEBE2-A19A-4612-9E8D-4D1F8506D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3AF5F-63E2-4E15-8A51-6FC36FB56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496661-56D1-41A5-AB89-718D2104A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45E561-FE3D-4735-8A61-8E8F0F784B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30F2DE-3759-48ED-B949-C89B2DFE5F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F21AA5-B734-491E-8D42-F2B02EFC0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B1491-889C-49BD-9985-139264059937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0D28D5-9CDC-4168-A686-50B585763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A1E383-5F40-4767-9069-B51357BC2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D8AD8-51A5-41A4-ADC6-EE3E4814E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870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C6706-1C47-4C5A-B590-5C2E589CF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09B68C-D6BE-40A5-BAB5-508557412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B1491-889C-49BD-9985-139264059937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C7A3FE-76DC-49FE-AEB1-CFB97C58E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0C5C00-9D44-45C7-8FFA-65114FDDF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D8AD8-51A5-41A4-ADC6-EE3E4814E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33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E7B647-957A-4A9A-AD91-A8853C9EB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B1491-889C-49BD-9985-139264059937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7F80E-1571-4BDF-8A2A-A17424CDB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315D4-BB9D-4A8E-A2AB-8F09BBD97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D8AD8-51A5-41A4-ADC6-EE3E4814E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846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26979-F48C-4BA2-BEBD-C7F16DD1E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F00E5-7ABC-4F72-AF40-BA1740273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CBFB38-A059-4819-AEEC-812B4C0AF0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E61673-E19B-4673-A73D-1412416F2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B1491-889C-49BD-9985-139264059937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8FC19-1425-4D96-A23E-8E712171C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CA252-D1DC-48D3-BB25-EC545C91D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D8AD8-51A5-41A4-ADC6-EE3E4814E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074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CA7FE-52D8-4DEB-8214-070230B1A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5BB66A-63FB-4ED3-BB3A-4E9F04115C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B4D2C-961F-44EE-A4C4-35B016532E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2D692C-6B5D-4B3E-ABCC-14F5C9E86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B1491-889C-49BD-9985-139264059937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904153-F966-40D2-98F4-FA90A4DCF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54FFD4-CADF-400F-BA08-7CA5D90C3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D8AD8-51A5-41A4-ADC6-EE3E4814E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048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F214A-4C5E-46C0-AC7E-F9C6CD19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7B2A71-C30D-4BD4-A4BA-8D24CBDD5B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40C06-F964-4CFA-A8DD-E9545F71B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B1491-889C-49BD-9985-139264059937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E3C7C-5CCC-414B-B81A-E9A41257A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F778D-6E21-4751-95B8-C0B4ABB17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D8AD8-51A5-41A4-ADC6-EE3E4814E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009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9308B4-3436-496D-A53B-AB000FF081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DA98BC-3E7E-46B6-97C0-EB11533BF0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C8FBB-CED8-42FE-8790-6B8949444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B1491-889C-49BD-9985-139264059937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13982-ECD9-41C0-AC61-858A530A3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5D76C-42C2-405D-A2C5-5F419FFDF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D8AD8-51A5-41A4-ADC6-EE3E4814E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370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A73F1B-13B5-43DD-93F2-D0DCC4E55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D4685-AB10-4600-A1AF-CF3CAAC34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F1904-2E7B-4ED5-A6A3-753C547480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6B1491-889C-49BD-9985-139264059937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5A272-DB71-4A36-A4CA-1DB727CB9F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51D76-0821-4AB9-8850-B940768F14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D8AD8-51A5-41A4-ADC6-EE3E4814E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377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30F86D-4B44-4DB1-93FD-37CE3241A1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600200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Lecture 2: Problems in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5478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60D00-8679-426D-A67C-1D94A3AD3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your data???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C03B3-A531-45A0-84AE-6D6096BDD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Continuous or discrete?</a:t>
            </a:r>
          </a:p>
        </p:txBody>
      </p:sp>
      <p:pic>
        <p:nvPicPr>
          <p:cNvPr id="2050" name="Picture 2" descr="Image result for continuous data&quot;">
            <a:extLst>
              <a:ext uri="{FF2B5EF4-FFF2-40B4-BE49-F238E27FC236}">
                <a16:creationId xmlns:a16="http://schemas.microsoft.com/office/drawing/2014/main" id="{8CD56D2D-9D57-43CE-A735-E7F583694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011" y="2642228"/>
            <a:ext cx="5905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F056F4-A2D7-4D97-A20B-EB1297F77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2036" y="2642228"/>
            <a:ext cx="4047844" cy="36696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BFA8D4-845F-44B0-BB05-4CA7EB88BF4B}"/>
              </a:ext>
            </a:extLst>
          </p:cNvPr>
          <p:cNvSpPr txBox="1"/>
          <p:nvPr/>
        </p:nvSpPr>
        <p:spPr>
          <a:xfrm>
            <a:off x="8068376" y="1825625"/>
            <a:ext cx="38951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How many days this week did you read the newspaper?</a:t>
            </a:r>
          </a:p>
        </p:txBody>
      </p:sp>
    </p:spTree>
    <p:extLst>
      <p:ext uri="{BB962C8B-B14F-4D97-AF65-F5344CB8AC3E}">
        <p14:creationId xmlns:p14="http://schemas.microsoft.com/office/powerpoint/2010/main" val="355687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60D00-8679-426D-A67C-1D94A3AD3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your data???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C03B3-A531-45A0-84AE-6D6096BDD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Continuous or discrete?</a:t>
            </a:r>
          </a:p>
        </p:txBody>
      </p:sp>
      <p:pic>
        <p:nvPicPr>
          <p:cNvPr id="3074" name="Picture 2" descr="Image result for discrete data example&quot;">
            <a:extLst>
              <a:ext uri="{FF2B5EF4-FFF2-40B4-BE49-F238E27FC236}">
                <a16:creationId xmlns:a16="http://schemas.microsoft.com/office/drawing/2014/main" id="{6BCC87AB-FB4E-461B-A005-1F2C5440E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233" y="2453548"/>
            <a:ext cx="9095534" cy="4187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7741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60D00-8679-426D-A67C-1D94A3AD3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your data???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C03B3-A531-45A0-84AE-6D6096BDD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Continuous or discrete – could you decide?</a:t>
            </a:r>
          </a:p>
        </p:txBody>
      </p:sp>
    </p:spTree>
    <p:extLst>
      <p:ext uri="{BB962C8B-B14F-4D97-AF65-F5344CB8AC3E}">
        <p14:creationId xmlns:p14="http://schemas.microsoft.com/office/powerpoint/2010/main" val="1946944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60D00-8679-426D-A67C-1D94A3AD3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your data???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C03B3-A531-45A0-84AE-6D6096BDD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Based on classification?</a:t>
            </a:r>
          </a:p>
        </p:txBody>
      </p:sp>
      <p:pic>
        <p:nvPicPr>
          <p:cNvPr id="4098" name="Picture 2" descr="Image result for machine learning classification&quot;">
            <a:extLst>
              <a:ext uri="{FF2B5EF4-FFF2-40B4-BE49-F238E27FC236}">
                <a16:creationId xmlns:a16="http://schemas.microsoft.com/office/drawing/2014/main" id="{46106F86-995D-42C4-BB72-84F600DA8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364" y="2196353"/>
            <a:ext cx="9323294" cy="4661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902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60D00-8679-426D-A67C-1D94A3AD3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your data???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C03B3-A531-45A0-84AE-6D6096BDD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Based on classification?</a:t>
            </a:r>
          </a:p>
          <a:p>
            <a:pPr lvl="1"/>
            <a:r>
              <a:rPr lang="en-US" dirty="0"/>
              <a:t>Spam vs not spam</a:t>
            </a:r>
          </a:p>
          <a:p>
            <a:pPr lvl="1"/>
            <a:r>
              <a:rPr lang="en-US" dirty="0"/>
              <a:t>Insure vs don’t insure</a:t>
            </a:r>
          </a:p>
          <a:p>
            <a:pPr marL="457200" lvl="1" indent="0" algn="ctr">
              <a:buNone/>
            </a:pPr>
            <a:r>
              <a:rPr lang="en-US" dirty="0"/>
              <a:t>vs</a:t>
            </a:r>
          </a:p>
          <a:p>
            <a:pPr lvl="1"/>
            <a:r>
              <a:rPr lang="en-US" dirty="0"/>
              <a:t>Spam vs important vs “general”</a:t>
            </a:r>
          </a:p>
          <a:p>
            <a:pPr lvl="1"/>
            <a:r>
              <a:rPr lang="en-US" dirty="0"/>
              <a:t>Don’t insure, low rate, average rate, high rate</a:t>
            </a:r>
          </a:p>
        </p:txBody>
      </p:sp>
    </p:spTree>
    <p:extLst>
      <p:ext uri="{BB962C8B-B14F-4D97-AF65-F5344CB8AC3E}">
        <p14:creationId xmlns:p14="http://schemas.microsoft.com/office/powerpoint/2010/main" val="1410203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60D00-8679-426D-A67C-1D94A3AD3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your data???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C03B3-A531-45A0-84AE-6D6096BDD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Abundant vs rare</a:t>
            </a:r>
          </a:p>
        </p:txBody>
      </p:sp>
      <p:pic>
        <p:nvPicPr>
          <p:cNvPr id="8194" name="Picture 2" descr="Image result for big scatter plot&quot;">
            <a:extLst>
              <a:ext uri="{FF2B5EF4-FFF2-40B4-BE49-F238E27FC236}">
                <a16:creationId xmlns:a16="http://schemas.microsoft.com/office/drawing/2014/main" id="{EFF80241-F71A-4082-92E9-32BE4A6A3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26" y="2792010"/>
            <a:ext cx="5987022" cy="3326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F812E2-2974-4BC8-9B27-C86E9D3F8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524" y="2953871"/>
            <a:ext cx="5057775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026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60D00-8679-426D-A67C-1D94A3AD3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your data???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C03B3-A531-45A0-84AE-6D6096BDD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Abundant vs rare – or does it depend on which kind of data?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FAED54-ECF1-4FE8-9996-48A3AF620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812" y="2419350"/>
            <a:ext cx="9096375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806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60D00-8679-426D-A67C-1D94A3AD3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your data???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C03B3-A531-45A0-84AE-6D6096BDD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Single- or multi-variable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F521C8-281E-4DE2-8B55-C9B902D53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54" y="2661588"/>
            <a:ext cx="6400343" cy="3640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AAB05E-B1B3-4EF3-A5B4-53A0E8994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319" y="3429000"/>
            <a:ext cx="4718547" cy="32892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5065D1-51BC-4BFA-8560-6624BAF7D7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8184" y="2367131"/>
            <a:ext cx="4085492" cy="422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665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60D00-8679-426D-A67C-1D94A3AD3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your data???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C03B3-A531-45A0-84AE-6D6096BDD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Available all at once or given piece-by-piece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5935BF-FC78-4530-995B-E5914439F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6569" y="2260824"/>
            <a:ext cx="5678862" cy="459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738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60D00-8679-426D-A67C-1D94A3AD3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your data???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C03B3-A531-45A0-84AE-6D6096BDD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Based upon an underlying statistical model?</a:t>
            </a:r>
          </a:p>
        </p:txBody>
      </p:sp>
      <p:pic>
        <p:nvPicPr>
          <p:cNvPr id="12290" name="Picture 2" descr="Image result for parametric distribution&quot;">
            <a:extLst>
              <a:ext uri="{FF2B5EF4-FFF2-40B4-BE49-F238E27FC236}">
                <a16:creationId xmlns:a16="http://schemas.microsoft.com/office/drawing/2014/main" id="{555CACD4-5FB2-499E-99BE-B63513A56C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579" y="2530255"/>
            <a:ext cx="5442136" cy="4305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Histogram showing the number of participants with various categories of symptom severity. The distribution is skewed with most patients in the Slightyly Improved or Much Improved Categories">
            <a:extLst>
              <a:ext uri="{FF2B5EF4-FFF2-40B4-BE49-F238E27FC236}">
                <a16:creationId xmlns:a16="http://schemas.microsoft.com/office/drawing/2014/main" id="{2A395ABF-CEC7-4F7A-8CA3-2D41F1530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5964" y="3088341"/>
            <a:ext cx="5052941" cy="3644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2811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60D00-8679-426D-A67C-1D94A3AD3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your data???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C03B3-A531-45A0-84AE-6D6096BDD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Based upon an underlying statistical model?</a:t>
            </a:r>
          </a:p>
        </p:txBody>
      </p:sp>
    </p:spTree>
    <p:extLst>
      <p:ext uri="{BB962C8B-B14F-4D97-AF65-F5344CB8AC3E}">
        <p14:creationId xmlns:p14="http://schemas.microsoft.com/office/powerpoint/2010/main" val="1221341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60D00-8679-426D-A67C-1D94A3AD3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your data???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C03B3-A531-45A0-84AE-6D6096BDD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(and will have to) combine all of these things (and more) just to </a:t>
            </a:r>
            <a:r>
              <a:rPr lang="en-US" i="1" dirty="0"/>
              <a:t>describe</a:t>
            </a:r>
            <a:r>
              <a:rPr lang="en-US" dirty="0"/>
              <a:t> your data</a:t>
            </a:r>
          </a:p>
          <a:p>
            <a:endParaRPr lang="en-US" dirty="0"/>
          </a:p>
          <a:p>
            <a:r>
              <a:rPr lang="en-US" dirty="0"/>
              <a:t>Your choice of machine learning tool/algorithm will depend on all of these factors</a:t>
            </a:r>
          </a:p>
          <a:p>
            <a:endParaRPr lang="en-US" dirty="0"/>
          </a:p>
          <a:p>
            <a:r>
              <a:rPr lang="en-US" dirty="0"/>
              <a:t>This diversity of data drives the diversity of solutions that exist to make sense of data</a:t>
            </a:r>
          </a:p>
        </p:txBody>
      </p:sp>
    </p:spTree>
    <p:extLst>
      <p:ext uri="{BB962C8B-B14F-4D97-AF65-F5344CB8AC3E}">
        <p14:creationId xmlns:p14="http://schemas.microsoft.com/office/powerpoint/2010/main" val="929555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211</Words>
  <Application>Microsoft Office PowerPoint</Application>
  <PresentationFormat>Widescreen</PresentationFormat>
  <Paragraphs>35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Lecture 2: Problems in Machine Learning</vt:lpstr>
      <vt:lpstr>Is your data???</vt:lpstr>
      <vt:lpstr>Is your data???</vt:lpstr>
      <vt:lpstr>Is your data???</vt:lpstr>
      <vt:lpstr>Is your data???</vt:lpstr>
      <vt:lpstr>Is your data???</vt:lpstr>
      <vt:lpstr>Is your data???</vt:lpstr>
      <vt:lpstr>Is your data???</vt:lpstr>
      <vt:lpstr>Is your data???</vt:lpstr>
      <vt:lpstr>Is your data???</vt:lpstr>
      <vt:lpstr>Is your data???</vt:lpstr>
      <vt:lpstr>Is your data???</vt:lpstr>
      <vt:lpstr>Is your data???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</dc:title>
  <dc:creator>Stephen M Douglass</dc:creator>
  <cp:lastModifiedBy>Stephen M Douglass</cp:lastModifiedBy>
  <cp:revision>23</cp:revision>
  <dcterms:created xsi:type="dcterms:W3CDTF">2020-01-21T16:21:51Z</dcterms:created>
  <dcterms:modified xsi:type="dcterms:W3CDTF">2026-06-12T14:01:00Z</dcterms:modified>
</cp:coreProperties>
</file>